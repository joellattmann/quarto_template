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6"/>
  </p:notesMasterIdLst>
  <p:handoutMasterIdLst>
    <p:handoutMasterId r:id="rId7"/>
  </p:handoutMasterIdLst>
  <p:sldIdLst>
    <p:sldId id="381" r:id="rId5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8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7A6"/>
    <a:srgbClr val="8294D4"/>
    <a:srgbClr val="FCCCD8"/>
    <a:srgbClr val="BF0D3D"/>
    <a:srgbClr val="3062FF"/>
    <a:srgbClr val="808080"/>
    <a:srgbClr val="F7F7F7"/>
    <a:srgbClr val="0028A5"/>
    <a:srgbClr val="FF66FF"/>
    <a:srgbClr val="A4D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4" autoAdjust="0"/>
    <p:restoredTop sz="94762" autoAdjust="0"/>
  </p:normalViewPr>
  <p:slideViewPr>
    <p:cSldViewPr showGuides="1">
      <p:cViewPr>
        <p:scale>
          <a:sx n="76" d="100"/>
          <a:sy n="76" d="100"/>
        </p:scale>
        <p:origin x="1296" y="1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09.01.26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‹Nr.›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09.01.26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 dirty="0">
                <a:solidFill>
                  <a:schemeClr val="bg1">
                    <a:lumMod val="85000"/>
                  </a:schemeClr>
                </a:solidFill>
              </a:rPr>
              <a:t>Erstellt durch </a:t>
            </a:r>
            <a:r>
              <a:rPr lang="de-CH" sz="400" spc="40" baseline="0" noProof="0" dirty="0" err="1">
                <a:solidFill>
                  <a:schemeClr val="bg1">
                    <a:lumMod val="85000"/>
                  </a:schemeClr>
                </a:solidFill>
              </a:rPr>
              <a:t>Vorlagenbauer.ch</a:t>
            </a:r>
            <a:endParaRPr lang="de-CH" sz="400" spc="40" baseline="0" noProof="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1888F-C1A2-096D-A57A-716656597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65ACD2B1-9BF2-FC17-7F1C-78BC52409FC0}"/>
              </a:ext>
            </a:extLst>
          </p:cNvPr>
          <p:cNvSpPr/>
          <p:nvPr/>
        </p:nvSpPr>
        <p:spPr>
          <a:xfrm>
            <a:off x="6943681" y="3109658"/>
            <a:ext cx="2271158" cy="776327"/>
          </a:xfrm>
          <a:prstGeom prst="rect">
            <a:avLst/>
          </a:prstGeom>
          <a:noFill/>
          <a:ln w="31750" cap="sq" cmpd="sng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Emotional Intensity</a:t>
            </a:r>
            <a:endParaRPr lang="en-GB" b="1" noProof="0" dirty="0">
              <a:solidFill>
                <a:schemeClr val="tx1"/>
              </a:solidFill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E3E6C62-0934-83AE-19A3-4DB2C042EFA6}"/>
              </a:ext>
            </a:extLst>
          </p:cNvPr>
          <p:cNvCxnSpPr>
            <a:cxnSpLocks/>
          </p:cNvCxnSpPr>
          <p:nvPr/>
        </p:nvCxnSpPr>
        <p:spPr>
          <a:xfrm flipV="1">
            <a:off x="2436451" y="2670332"/>
            <a:ext cx="916721" cy="74334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F4553AA6-45D6-482B-7314-B1801D7C777F}"/>
              </a:ext>
            </a:extLst>
          </p:cNvPr>
          <p:cNvSpPr/>
          <p:nvPr/>
        </p:nvSpPr>
        <p:spPr>
          <a:xfrm>
            <a:off x="47328" y="3106675"/>
            <a:ext cx="2211069" cy="776327"/>
          </a:xfrm>
          <a:prstGeom prst="rect">
            <a:avLst/>
          </a:prstGeom>
          <a:noFill/>
          <a:ln w="31750" cap="sq" cmpd="sng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Exogenous Shock</a:t>
            </a:r>
            <a:endParaRPr lang="en-GB" b="1" noProof="0" dirty="0">
              <a:solidFill>
                <a:schemeClr val="tx1"/>
              </a:solidFill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2A512B6-C2D1-24BF-4BBB-5B08DE4049D5}"/>
              </a:ext>
            </a:extLst>
          </p:cNvPr>
          <p:cNvSpPr/>
          <p:nvPr/>
        </p:nvSpPr>
        <p:spPr>
          <a:xfrm>
            <a:off x="3531259" y="3883002"/>
            <a:ext cx="2211069" cy="776327"/>
          </a:xfrm>
          <a:prstGeom prst="rect">
            <a:avLst/>
          </a:prstGeom>
          <a:noFill/>
          <a:ln w="31750" cap="sq" cmpd="sng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Perceived Legitimacy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EC5583D-62BD-52DA-7A2F-0D171FD64DA6}"/>
              </a:ext>
            </a:extLst>
          </p:cNvPr>
          <p:cNvSpPr/>
          <p:nvPr/>
        </p:nvSpPr>
        <p:spPr>
          <a:xfrm>
            <a:off x="3531259" y="2330348"/>
            <a:ext cx="2211069" cy="776327"/>
          </a:xfrm>
          <a:prstGeom prst="rect">
            <a:avLst/>
          </a:prstGeom>
          <a:noFill/>
          <a:ln w="31750" cap="sq" cmpd="sng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Conflict Salience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05A7B6B4-C764-3540-3C88-2606983BD9A1}"/>
              </a:ext>
            </a:extLst>
          </p:cNvPr>
          <p:cNvCxnSpPr>
            <a:cxnSpLocks/>
          </p:cNvCxnSpPr>
          <p:nvPr/>
        </p:nvCxnSpPr>
        <p:spPr>
          <a:xfrm>
            <a:off x="9408368" y="3494838"/>
            <a:ext cx="28803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B53A407F-5658-3294-EFDD-88739C14BA0B}"/>
              </a:ext>
            </a:extLst>
          </p:cNvPr>
          <p:cNvCxnSpPr>
            <a:cxnSpLocks/>
          </p:cNvCxnSpPr>
          <p:nvPr/>
        </p:nvCxnSpPr>
        <p:spPr>
          <a:xfrm>
            <a:off x="2438069" y="3620114"/>
            <a:ext cx="915103" cy="65105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B0F524B5-02FD-12FB-E157-C86A26832481}"/>
              </a:ext>
            </a:extLst>
          </p:cNvPr>
          <p:cNvCxnSpPr>
            <a:cxnSpLocks/>
          </p:cNvCxnSpPr>
          <p:nvPr/>
        </p:nvCxnSpPr>
        <p:spPr>
          <a:xfrm>
            <a:off x="5873452" y="2670332"/>
            <a:ext cx="915103" cy="65105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9436E363-51B2-2767-0802-45275B99F089}"/>
              </a:ext>
            </a:extLst>
          </p:cNvPr>
          <p:cNvCxnSpPr>
            <a:cxnSpLocks/>
          </p:cNvCxnSpPr>
          <p:nvPr/>
        </p:nvCxnSpPr>
        <p:spPr>
          <a:xfrm flipV="1">
            <a:off x="5884501" y="3620114"/>
            <a:ext cx="916721" cy="74334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hteck 51">
            <a:extLst>
              <a:ext uri="{FF2B5EF4-FFF2-40B4-BE49-F238E27FC236}">
                <a16:creationId xmlns:a16="http://schemas.microsoft.com/office/drawing/2014/main" id="{35472601-C2E2-D83B-74CC-7CB3800857FB}"/>
              </a:ext>
            </a:extLst>
          </p:cNvPr>
          <p:cNvSpPr/>
          <p:nvPr/>
        </p:nvSpPr>
        <p:spPr>
          <a:xfrm>
            <a:off x="9873514" y="3101153"/>
            <a:ext cx="2271158" cy="776327"/>
          </a:xfrm>
          <a:prstGeom prst="rect">
            <a:avLst/>
          </a:prstGeom>
          <a:noFill/>
          <a:ln w="31750" cap="sq" cmpd="sng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Boycott Appeals</a:t>
            </a:r>
            <a:endParaRPr lang="en-GB" b="1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261518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26B806-0237-4942-A1FD-5C97285908C2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c9077d15-72ed-4fec-bcfe-3472729e9195"/>
    <ds:schemaRef ds:uri="http://purl.org/dc/dcmitype/"/>
    <ds:schemaRef ds:uri="bc24777f-78b6-4f3c-a73a-d5fa08e4d53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Benutzerdefiniertes Design</Template>
  <TotalTime>0</TotalTime>
  <Words>10</Words>
  <Application>Microsoft Macintosh PowerPoint</Application>
  <PresentationFormat>Breitbild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Source Sans Pro</vt:lpstr>
      <vt:lpstr>Benutzerdefiniertes Design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Irene Schweizer</dc:creator>
  <dc:description>erstellt durch Vorlagenbauer.ch</dc:description>
  <cp:lastModifiedBy>Joël Frédéric Lattmann</cp:lastModifiedBy>
  <cp:revision>508</cp:revision>
  <dcterms:created xsi:type="dcterms:W3CDTF">2024-06-12T13:10:59Z</dcterms:created>
  <dcterms:modified xsi:type="dcterms:W3CDTF">2026-01-09T17:09:34Z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